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93" d="100"/>
          <a:sy n="93" d="100"/>
        </p:scale>
        <p:origin x="-91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 panose="05000000000000000000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 panose="05020102010507070707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9475" y="2659380"/>
            <a:ext cx="6172200" cy="1894362"/>
          </a:xfrm>
        </p:spPr>
        <p:txBody>
          <a:bodyPr>
            <a:normAutofit fontScale="90000"/>
          </a:bodyPr>
          <a:lstStyle/>
          <a:p>
            <a:r>
              <a:rPr lang="en-US"/>
              <a:t>1.</a:t>
            </a:r>
            <a:r>
              <a:t>Aplikasi </a:t>
            </a:r>
            <a:r>
              <a:rPr lang="en-US"/>
              <a:t>Silap Gawat (Sistem Informasi Laporan Gabungan Wilayah Kecamatan)</a:t>
            </a: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2. Madina Maju Madani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80060" y="379476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Tujuan Aplikasi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- Mempermudah dalam menyampaikan laporan.</a:t>
            </a:r>
          </a:p>
          <a:p>
            <a:r>
              <a:t>- Mempercepat proses penanganan pengaduan publik.</a:t>
            </a:r>
          </a:p>
          <a:p>
            <a:r>
              <a:t>- Meningkatkan transparansi dan akuntabilitas pemerintah daerah.</a:t>
            </a:r>
          </a:p>
          <a:p>
            <a:r>
              <a:t>- Menjadi sarana komunikasi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Aktor</a:t>
            </a:r>
            <a:r>
              <a:rPr dirty="0"/>
              <a:t> </a:t>
            </a:r>
            <a:r>
              <a:rPr dirty="0" err="1"/>
              <a:t>dan</a:t>
            </a:r>
            <a:r>
              <a:rPr dirty="0"/>
              <a:t> </a:t>
            </a:r>
            <a:r>
              <a:rPr dirty="0" err="1"/>
              <a:t>Peran</a:t>
            </a:r>
            <a:r>
              <a:rPr dirty="0"/>
              <a:t> </a:t>
            </a:r>
            <a:r>
              <a:rPr dirty="0" err="1"/>
              <a:t>Aplikasi</a:t>
            </a:r>
            <a:r>
              <a:rPr dirty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🏘️ </a:t>
            </a:r>
            <a:r>
              <a:rPr dirty="0" err="1"/>
              <a:t>Kecamatan</a:t>
            </a:r>
            <a:r>
              <a:rPr dirty="0"/>
              <a:t> (</a:t>
            </a:r>
            <a:r>
              <a:rPr dirty="0" err="1"/>
              <a:t>Camat</a:t>
            </a:r>
            <a:r>
              <a:rPr dirty="0"/>
              <a:t>/</a:t>
            </a:r>
            <a:r>
              <a:rPr dirty="0" err="1"/>
              <a:t>Petugas</a:t>
            </a:r>
            <a:r>
              <a:rPr dirty="0"/>
              <a:t> </a:t>
            </a:r>
            <a:r>
              <a:rPr dirty="0" err="1"/>
              <a:t>Kecamatan</a:t>
            </a:r>
            <a:r>
              <a:rPr dirty="0"/>
              <a:t>):</a:t>
            </a:r>
            <a:endParaRPr dirty="0"/>
          </a:p>
          <a:p>
            <a:r>
              <a:rPr sz="2400" dirty="0"/>
              <a:t>- </a:t>
            </a:r>
            <a:r>
              <a:rPr sz="2400" dirty="0" err="1"/>
              <a:t>Membuat</a:t>
            </a:r>
            <a:r>
              <a:rPr sz="2400" dirty="0"/>
              <a:t> </a:t>
            </a:r>
            <a:r>
              <a:rPr sz="2400" dirty="0" err="1"/>
              <a:t>laporan</a:t>
            </a:r>
            <a:r>
              <a:rPr sz="2400" dirty="0"/>
              <a:t> </a:t>
            </a:r>
            <a:r>
              <a:rPr sz="2400" dirty="0" err="1"/>
              <a:t>terkait</a:t>
            </a:r>
            <a:r>
              <a:rPr sz="2400" dirty="0"/>
              <a:t> </a:t>
            </a:r>
            <a:r>
              <a:rPr sz="2400" dirty="0" err="1"/>
              <a:t>wilayahnya</a:t>
            </a:r>
            <a:r>
              <a:rPr sz="2400" dirty="0"/>
              <a:t>.</a:t>
            </a:r>
            <a:endParaRPr sz="2400" dirty="0"/>
          </a:p>
          <a:p>
            <a:r>
              <a:rPr lang="en-US" dirty="0" smtClean="0">
                <a:sym typeface="+mn-ea"/>
              </a:rPr>
              <a:t>- </a:t>
            </a:r>
            <a:r>
              <a:rPr lang="en-US" dirty="0" err="1" smtClean="0">
                <a:sym typeface="+mn-ea"/>
              </a:rPr>
              <a:t>Mengisi</a:t>
            </a:r>
            <a:r>
              <a:rPr lang="en-US" dirty="0" smtClean="0">
                <a:sym typeface="+mn-ea"/>
              </a:rPr>
              <a:t> </a:t>
            </a:r>
            <a:r>
              <a:rPr lang="en-US" dirty="0" err="1">
                <a:sym typeface="+mn-ea"/>
              </a:rPr>
              <a:t>formulir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laporan</a:t>
            </a:r>
            <a:endParaRPr sz="2400" dirty="0"/>
          </a:p>
          <a:p>
            <a:r>
              <a:rPr dirty="0"/>
              <a:t>- </a:t>
            </a:r>
            <a:r>
              <a:rPr dirty="0" err="1"/>
              <a:t>Meneruskan</a:t>
            </a:r>
            <a:r>
              <a:rPr dirty="0"/>
              <a:t> </a:t>
            </a:r>
            <a:r>
              <a:rPr dirty="0" err="1"/>
              <a:t>lapora</a:t>
            </a:r>
            <a:r>
              <a:rPr lang="en-US" dirty="0" err="1"/>
              <a:t>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Admin</a:t>
            </a:r>
            <a:r>
              <a:rPr dirty="0" smtClean="0"/>
              <a:t>.</a:t>
            </a:r>
            <a:endParaRPr lang="en-US" dirty="0" smtClean="0"/>
          </a:p>
          <a:p>
            <a:pPr marL="0" indent="0">
              <a:buNone/>
            </a:pPr>
            <a:endParaRPr dirty="0"/>
          </a:p>
          <a:p>
            <a:r>
              <a:rPr dirty="0"/>
              <a:t>🧑‍💼 Admin (</a:t>
            </a:r>
            <a:r>
              <a:rPr dirty="0" err="1"/>
              <a:t>Petugas</a:t>
            </a:r>
            <a:r>
              <a:rPr dirty="0"/>
              <a:t> </a:t>
            </a:r>
            <a:r>
              <a:rPr dirty="0" err="1"/>
              <a:t>Utama</a:t>
            </a:r>
            <a:r>
              <a:rPr dirty="0"/>
              <a:t>):</a:t>
            </a:r>
            <a:endParaRPr dirty="0"/>
          </a:p>
          <a:p>
            <a:r>
              <a:rPr lang="en-US" dirty="0"/>
              <a:t>- membuat akun camat</a:t>
            </a:r>
            <a:endParaRPr dirty="0"/>
          </a:p>
          <a:p>
            <a:r>
              <a:rPr dirty="0"/>
              <a:t>- </a:t>
            </a:r>
            <a:r>
              <a:rPr dirty="0" err="1"/>
              <a:t>Melihat</a:t>
            </a:r>
            <a:r>
              <a:rPr dirty="0"/>
              <a:t> </a:t>
            </a:r>
            <a:r>
              <a:rPr lang="en-US" dirty="0" err="1"/>
              <a:t>laporan</a:t>
            </a:r>
            <a:endParaRPr dirty="0"/>
          </a:p>
          <a:p>
            <a:r>
              <a:rPr dirty="0"/>
              <a:t>- </a:t>
            </a:r>
            <a:r>
              <a:rPr dirty="0" err="1"/>
              <a:t>Mencetak</a:t>
            </a:r>
            <a:r>
              <a:rPr dirty="0"/>
              <a:t> </a:t>
            </a:r>
            <a:r>
              <a:rPr dirty="0" err="1"/>
              <a:t>laporan</a:t>
            </a:r>
            <a:r>
              <a:rPr lang="en-US" dirty="0" err="1"/>
              <a:t> tetapi bisa di filter berdasarkan kategori.</a:t>
            </a:r>
            <a:endParaRPr lang="en-US" dirty="0" err="1"/>
          </a:p>
          <a:p>
            <a:r>
              <a:rPr lang="en-US" dirty="0" err="1"/>
              <a:t>Notifikasi </a:t>
            </a:r>
            <a:endParaRPr lang="en-US" dirty="0" err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Alur Kerja Aplikasi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1</a:t>
            </a:r>
            <a:r>
              <a:t>. Camat </a:t>
            </a:r>
            <a:r>
              <a:rPr lang="en-US"/>
              <a:t>Membuat laporan ke Kadis</a:t>
            </a:r>
            <a:r>
              <a:t> </a:t>
            </a:r>
            <a:r>
              <a:rPr lang="en-US"/>
              <a:t>kominfo</a:t>
            </a:r>
            <a:endParaRPr lang="en-US"/>
          </a:p>
          <a:p>
            <a:r>
              <a:rPr lang="en-US"/>
              <a:t>2. Semua laporan dari kecamatan di verifikasi dinas kominfo dan di klasifikasikan </a:t>
            </a:r>
            <a:endParaRPr lang="en-US"/>
          </a:p>
          <a:p>
            <a:r>
              <a:rPr lang="en-US"/>
              <a:t>3.Cetak Laporan pdf dan excel atau csv</a:t>
            </a:r>
            <a:endParaRPr lang="en-US"/>
          </a:p>
          <a:p>
            <a:r>
              <a:rPr lang="en-US"/>
              <a:t>4. Dinas Kominfo berdasarkan klasifikasi laporan mendistribusikan kepada yang berkompeten(Bupati,Wakil bupati,sekda,opd)</a:t>
            </a:r>
            <a:endParaRPr lang="en-US"/>
          </a:p>
          <a:p>
            <a:r>
              <a:rPr lang="en-US"/>
              <a:t>5. Masing-Masing yang berkompten akan menindaklanjuti laporan tersebut.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Tampilan Aplikasi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4853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Contoh</a:t>
            </a:r>
            <a:r>
              <a:rPr dirty="0"/>
              <a:t> </a:t>
            </a:r>
            <a:r>
              <a:rPr dirty="0" err="1"/>
              <a:t>tampilan</a:t>
            </a:r>
            <a:r>
              <a:rPr dirty="0"/>
              <a:t> </a:t>
            </a:r>
            <a:r>
              <a:rPr dirty="0" err="1"/>
              <a:t>aplikasi</a:t>
            </a:r>
            <a:r>
              <a:rPr dirty="0"/>
              <a:t> (Home, Form </a:t>
            </a:r>
            <a:r>
              <a:rPr dirty="0" err="1"/>
              <a:t>Laporan</a:t>
            </a:r>
            <a:r>
              <a:rPr dirty="0"/>
              <a:t>, Dashboard Admin) </a:t>
            </a:r>
            <a:endParaRPr dirty="0"/>
          </a:p>
          <a:p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ditampilkan</a:t>
            </a:r>
            <a:r>
              <a:rPr dirty="0"/>
              <a:t> di </a:t>
            </a:r>
            <a:r>
              <a:rPr dirty="0" err="1"/>
              <a:t>sini</a:t>
            </a:r>
            <a:r>
              <a:rPr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t>Aplikasi LaporBup diharapkan menjadi solusi digital yang memperkuat pelayanan publik berbasis teknologi.</a:t>
            </a:r>
          </a:p>
          <a:p/>
          <a:p>
            <a:r>
              <a:t>Dengan sistem ini, komunikasi antara masyarakat, kecamatan, dan pemerintah daerah menjadi lebih cepat, terukur, dan transparan.</a:t>
            </a:r>
          </a:p>
          <a:p/>
          <a:p>
            <a:r>
              <a:t>Terima kasih.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0</TotalTime>
  <Words>1323</Words>
  <Application>WPS Presentation</Application>
  <PresentationFormat>On-screen Show (4:3)</PresentationFormat>
  <Paragraphs>43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Wingdings 2</vt:lpstr>
      <vt:lpstr>Century Schoolbook</vt:lpstr>
      <vt:lpstr>Microsoft YaHei</vt:lpstr>
      <vt:lpstr>Arial Unicode MS</vt:lpstr>
      <vt:lpstr>Calibri</vt:lpstr>
      <vt:lpstr>Oriel</vt:lpstr>
      <vt:lpstr>1.Aplikasi Silap Gawat (Sistem Informasi Laporan Gabungan Wilayah Kecamatan)   2. Madina Maju Madani</vt:lpstr>
      <vt:lpstr>Tujuan Aplikasi</vt:lpstr>
      <vt:lpstr>Aktor dan Peran Aplikasi </vt:lpstr>
      <vt:lpstr>Alur Kerja Aplikasi </vt:lpstr>
      <vt:lpstr>Tampilan Aplikasi</vt:lpstr>
      <vt:lpstr>Penutup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Aplikasi LaporBup (Lapor Bupati)</dc:title>
  <dc:creator/>
  <dc:description>generated using python-pptx</dc:description>
  <cp:lastModifiedBy>user</cp:lastModifiedBy>
  <cp:revision>20</cp:revision>
  <dcterms:created xsi:type="dcterms:W3CDTF">2013-01-27T09:14:00Z</dcterms:created>
  <dcterms:modified xsi:type="dcterms:W3CDTF">2025-10-28T08:44:33Z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02B50AD8FE2246229727B088DF4F8D40_12</vt:lpwstr>
  </property>
  <property fmtid="{D5CDD505-2E9C-101B-9397-08002B2CF9AE}" pid="3" name="KSOProductBuildVer">
    <vt:lpwstr>1033-12.2.0.23131</vt:lpwstr>
  </property>
</Properties>
</file>